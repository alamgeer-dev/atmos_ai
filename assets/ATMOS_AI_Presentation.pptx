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6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5964" y="394563"/>
            <a:ext cx="10799438" cy="791959"/>
          </a:xfrm>
        </p:spPr>
        <p:txBody>
          <a:bodyPr lIns="0" tIns="0" rIns="0" bIns="0" anchor="ctr"/>
          <a:lstStyle>
            <a:lvl1pPr algn="ctr" fontAlgn="base"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tags" Target="../tags/tag11.xml"/><Relationship Id="rId7" Type="http://schemas.openxmlformats.org/officeDocument/2006/relationships/tags" Target="../tags/tag10.xml"/><Relationship Id="rId6" Type="http://schemas.openxmlformats.org/officeDocument/2006/relationships/tags" Target="../tags/tag9.xml"/><Relationship Id="rId5" Type="http://schemas.openxmlformats.org/officeDocument/2006/relationships/tags" Target="../tags/tag8.xml"/><Relationship Id="rId4" Type="http://schemas.openxmlformats.org/officeDocument/2006/relationships/tags" Target="../tags/tag7.xml"/><Relationship Id="rId3" Type="http://schemas.openxmlformats.org/officeDocument/2006/relationships/image" Target="../media/image1.jpeg"/><Relationship Id="rId2" Type="http://schemas.openxmlformats.org/officeDocument/2006/relationships/tags" Target="../tags/tag6.xml"/><Relationship Id="rId14" Type="http://schemas.openxmlformats.org/officeDocument/2006/relationships/slideLayout" Target="../slideLayouts/slideLayout12.xml"/><Relationship Id="rId13" Type="http://schemas.openxmlformats.org/officeDocument/2006/relationships/tags" Target="../tags/tag16.xml"/><Relationship Id="rId12" Type="http://schemas.openxmlformats.org/officeDocument/2006/relationships/tags" Target="../tags/tag15.xml"/><Relationship Id="rId11" Type="http://schemas.openxmlformats.org/officeDocument/2006/relationships/tags" Target="../tags/tag14.xml"/><Relationship Id="rId10" Type="http://schemas.openxmlformats.org/officeDocument/2006/relationships/tags" Target="../tags/tag13.xml"/><Relationship Id="rId1" Type="http://schemas.openxmlformats.org/officeDocument/2006/relationships/tags" Target="../tags/tag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94764" y="360160"/>
            <a:ext cx="5761684" cy="719963"/>
          </a:xfrm>
        </p:spPr>
        <p:txBody>
          <a:bodyPr wrap="square" lIns="0" tIns="0" rIns="0" bIns="0" anchor="b">
            <a:normAutofit/>
          </a:bodyPr>
          <a:lstStyle/>
          <a:p>
            <a:pPr algn="l"/>
            <a:r>
              <a:rPr lang="en-US" b="1" spc="0" dirty="0"/>
              <a:t>ATMOST AI</a:t>
            </a:r>
            <a:r>
              <a:rPr lang="en-US" sz="1200" b="1" spc="0" dirty="0"/>
              <a:t>(Deep Learning)</a:t>
            </a:r>
            <a:endParaRPr lang="en-US" sz="1200" b="1" spc="0" dirty="0"/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6957333" y="179"/>
            <a:ext cx="5234032" cy="6857643"/>
          </a:xfrm>
          <a:prstGeom prst="rect">
            <a:avLst/>
          </a:prstGeom>
          <a:blipFill rotWithShape="1">
            <a:blip r:embed="rId3"/>
            <a:stretch>
              <a:fillRect t="-1000" r="-1000" b="-1000"/>
            </a:stretch>
          </a:blip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矩形 1"/>
          <p:cNvSpPr/>
          <p:nvPr>
            <p:custDataLst>
              <p:tags r:id="rId4"/>
            </p:custDataLst>
          </p:nvPr>
        </p:nvSpPr>
        <p:spPr>
          <a:xfrm>
            <a:off x="1675931" y="2077338"/>
            <a:ext cx="4299996" cy="103938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I am a frontened Developer with deep learning Ai skills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3" name="矩形 2"/>
          <p:cNvSpPr/>
          <p:nvPr>
            <p:custDataLst>
              <p:tags r:id="rId5"/>
            </p:custDataLst>
          </p:nvPr>
        </p:nvSpPr>
        <p:spPr>
          <a:xfrm>
            <a:off x="1675931" y="1713562"/>
            <a:ext cx="4299996" cy="32253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tx1"/>
                </a:solidFill>
                <a:latin typeface="+mj-lt"/>
              </a:rPr>
              <a:t>Ghulam Alamgeer</a:t>
            </a:r>
            <a:endParaRPr lang="en-US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" name="椭圆 13"/>
          <p:cNvSpPr/>
          <p:nvPr>
            <p:custDataLst>
              <p:tags r:id="rId6"/>
            </p:custDataLst>
          </p:nvPr>
        </p:nvSpPr>
        <p:spPr>
          <a:xfrm>
            <a:off x="720305" y="1765066"/>
            <a:ext cx="667350" cy="667350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254000" dist="76200" dir="5399998" algn="ctr" rotWithShape="0">
              <a:schemeClr val="accent1"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lstStyle/>
          <a:p>
            <a:pPr lvl="0" indent="0" algn="ctr" fontAlgn="auto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1200" b="1" dirty="0">
                <a:latin typeface="+mn-ea"/>
                <a:sym typeface="+mn-ea"/>
              </a:rPr>
              <a:t>Name</a:t>
            </a:r>
            <a:endParaRPr lang="en-US" sz="1200" b="1" dirty="0">
              <a:latin typeface="+mn-ea"/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7"/>
            </p:custDataLst>
          </p:nvPr>
        </p:nvSpPr>
        <p:spPr>
          <a:xfrm>
            <a:off x="1676566" y="3689393"/>
            <a:ext cx="4299996" cy="103938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i am studying in university, Lahore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8" name="矩形 7"/>
          <p:cNvSpPr/>
          <p:nvPr>
            <p:custDataLst>
              <p:tags r:id="rId8"/>
            </p:custDataLst>
          </p:nvPr>
        </p:nvSpPr>
        <p:spPr>
          <a:xfrm>
            <a:off x="1676566" y="3325617"/>
            <a:ext cx="4299996" cy="32253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tx1"/>
                </a:solidFill>
                <a:latin typeface="+mj-lt"/>
              </a:rPr>
              <a:t>SU92-BSCSM-F23-605</a:t>
            </a:r>
            <a:endParaRPr lang="en-US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5" name="椭圆 14"/>
          <p:cNvSpPr/>
          <p:nvPr>
            <p:custDataLst>
              <p:tags r:id="rId9"/>
            </p:custDataLst>
          </p:nvPr>
        </p:nvSpPr>
        <p:spPr>
          <a:xfrm>
            <a:off x="720305" y="3392324"/>
            <a:ext cx="667350" cy="667350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254000" dist="76200" dir="5399998" algn="ctr" rotWithShape="0">
              <a:schemeClr val="accent1"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lstStyle/>
          <a:p>
            <a:pPr lvl="0" indent="0" algn="ctr" fontAlgn="auto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1400" b="1" dirty="0">
                <a:latin typeface="+mn-lt"/>
                <a:sym typeface="+mn-lt"/>
              </a:rPr>
              <a:t>Roll#</a:t>
            </a:r>
            <a:endParaRPr lang="en-US" sz="1400" b="1" dirty="0">
              <a:latin typeface="+mn-ea"/>
              <a:sym typeface="+mn-ea"/>
            </a:endParaRPr>
          </a:p>
        </p:txBody>
      </p:sp>
      <p:sp>
        <p:nvSpPr>
          <p:cNvPr id="9" name="矩形 8"/>
          <p:cNvSpPr/>
          <p:nvPr>
            <p:custDataLst>
              <p:tags r:id="rId10"/>
            </p:custDataLst>
          </p:nvPr>
        </p:nvSpPr>
        <p:spPr>
          <a:xfrm>
            <a:off x="1677201" y="5301448"/>
            <a:ext cx="4299996" cy="103938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My department is computer science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2" name="矩形 11"/>
          <p:cNvSpPr/>
          <p:nvPr>
            <p:custDataLst>
              <p:tags r:id="rId11"/>
            </p:custDataLst>
          </p:nvPr>
        </p:nvSpPr>
        <p:spPr>
          <a:xfrm>
            <a:off x="1677201" y="4937672"/>
            <a:ext cx="4299996" cy="322538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chemeClr val="tx1"/>
                </a:solidFill>
                <a:latin typeface="+mj-lt"/>
              </a:rPr>
              <a:t>7-B</a:t>
            </a:r>
            <a:endParaRPr lang="en-US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椭圆 15"/>
          <p:cNvSpPr/>
          <p:nvPr>
            <p:custDataLst>
              <p:tags r:id="rId12"/>
            </p:custDataLst>
          </p:nvPr>
        </p:nvSpPr>
        <p:spPr>
          <a:xfrm>
            <a:off x="720305" y="5002330"/>
            <a:ext cx="667350" cy="667350"/>
          </a:xfrm>
          <a:prstGeom prst="ellipse">
            <a:avLst/>
          </a:prstGeom>
          <a:solidFill>
            <a:schemeClr val="accent1"/>
          </a:solidFill>
          <a:ln w="25400">
            <a:noFill/>
          </a:ln>
          <a:effectLst>
            <a:outerShdw blurRad="254000" dist="76200" dir="5399998" algn="ctr" rotWithShape="0">
              <a:schemeClr val="accent1">
                <a:alpha val="2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lstStyle/>
          <a:p>
            <a:pPr lvl="0" indent="0" algn="ctr" fontAlgn="auto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1400" b="1" dirty="0">
                <a:latin typeface="+mn-lt"/>
                <a:sym typeface="+mn-lt"/>
              </a:rPr>
              <a:t>Section</a:t>
            </a:r>
            <a:endParaRPr lang="en-US" sz="1400" b="1" dirty="0">
              <a:latin typeface="+mn-ea"/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306320" y="35388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/>
          </a:p>
        </p:txBody>
      </p:sp>
    </p:spTree>
    <p:custDataLst>
      <p:tags r:id="rId1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ATMOS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Color &amp; Weather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Deep Learning Semester Project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Browser-based image analysis with TensorFlow.js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Why this project?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Visual scenes contain multiple useful cues: color, illumination and sky appearance.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A single interface can present these cues from a photo or camera frame.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The project is an educational visual analyzer, not a certified weather forecast.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What the system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Accept an uploaded photo or live camera stream.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Run a trained model locally in the browser.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Predict color, brightness, temperature-tone and weather categories.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Show a responsive dashboard with confidence-style outputs and color bars.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Dataset &amp;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Output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Colors: 11 labels — red, orange, yellow, green, cyan, blue, purple, pink, black, white, gray.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Brightness: dark, medium, bright.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Temperature tone: cool, neutral, warm.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Weather: cloudy, foggy, other, rainy, shine, sunrise.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Dataset URL and sample counts must be filled from the exact training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Multi-output MobileNetV2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Input tensor: 224 × 224 × 3.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MobileNetV2 feature extractor.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Shared dense layer: 256 units, ReLU.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Four softmax heads: 11 color, 3 brightness, 3 temperature, 6 weather outputs.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TensorFlow.js model JSON + three weight shards.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Application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From camera to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1. Select photo or enable camera.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2. Resize and normalize the frame.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3. Run TensorFlow.js inference in browser.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4. Display prediction vectors and color composition.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5. Apply simple pixel cues for night/sky-related presentation.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Tools and components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HTML, CSS and JavaScript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TensorFlow.js 4.22.0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MobileNetV2-based LayersModel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Browser camera API: getUserMedia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Vercel static hosting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Results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What is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Model config confirms input and four output dimensions.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Application code includes upload, camera, inference and visual color bars.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No verified held-out accuracy or per-class metrics were included in the supplied files.</a:t>
            </a:r>
          </a:p>
          <a:p>
            <a:pPr>
              <a:spcAft>
                <a:spcPts val="1400"/>
              </a:spcAft>
              <a:defRPr sz="1900">
                <a:solidFill>
                  <a:srgbClr val="F4F7FF"/>
                </a:solidFill>
                <a:latin typeface="Aptos"/>
              </a:defRPr>
            </a:pPr>
            <a:r>
              <a:t>•  Evaluate on a held-out test set and report real metrics; do not guess.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What to improve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Verify dataset source, license, image counts and split strategy.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Measure metrics separately for each output head.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Validate weather heuristic against varied indoor/outdoor scenes.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Improve accessibility and mobile-browser testing.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Add examples of correct and incorrect predictions.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09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4F7FF"/>
                </a:solidFill>
                <a:latin typeface="Aptos Display"/>
              </a:defRPr>
            </a:pPr>
            <a:r>
              <a:t>Deployment &amp;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CE1E6"/>
                </a:solidFill>
              </a:defRPr>
            </a:pPr>
            <a:r>
              <a:t>Final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0972800" cy="4251960"/>
          </a:xfrm>
          <a:prstGeom prst="roundRect">
            <a:avLst/>
          </a:prstGeom>
          <a:solidFill>
            <a:srgbClr val="121D31"/>
          </a:solidFill>
          <a:ln>
            <a:solidFill>
              <a:srgbClr val="25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Public GitHub repo with source + model files.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Vercel URL with report, slides and demo links.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Recorded voiceover uploaded as YouTube Public/Unlisted.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LinkedIn post and instructor submission form.</a:t>
            </a:r>
          </a:p>
          <a:p>
            <a:pPr>
              <a:spcAft>
                <a:spcPts val="1400"/>
              </a:spcAft>
              <a:defRPr sz="1600">
                <a:solidFill>
                  <a:srgbClr val="F4F7FF"/>
                </a:solidFill>
                <a:latin typeface="Aptos"/>
              </a:defRPr>
            </a:pPr>
            <a:r>
              <a:t>•  Replace all PENDING URLs before final submission.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AB8CD"/>
                </a:solidFill>
              </a:defRPr>
            </a:pPr>
            <a:r>
              <a:t>ATMOS AI  •  Deep Learning Semester Project                                      10 / 10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VALUE" val="26"/>
  <p:tag name="KSO_WM_TEMPLATE_INDEX" val="20232463"/>
  <p:tag name="KSO_WM_UNIT_ID" val="custom20232463_1*a*1"/>
  <p:tag name="KSO_WM_UNIT_PRESET_TEXT" val="Your title here"/>
  <p:tag name="KSO_WM_UNIT_TEXT_FILL_FORE_SCHEMECOLOR_INDEX" val="13"/>
  <p:tag name="KSO_WM_UNIT_TEXT_FILL_TYPE" val="1"/>
  <p:tag name="KSO_WM_UNIT_USESOURCEFORMAT_APPLY" val="0"/>
</p:tagLst>
</file>

<file path=ppt/tags/tag6.xml><?xml version="1.0" encoding="utf-8"?>
<p:tagLst xmlns:p="http://schemas.openxmlformats.org/presentationml/2006/main">
  <p:tag name="KSO_WM_UNIT_VALUE" val="1904*1453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32463_1*d*1"/>
  <p:tag name="KSO_WM_TEMPLATE_CATEGORY" val="custom"/>
  <p:tag name="KSO_WM_TEMPLATE_INDEX" val="20232463"/>
  <p:tag name="KSO_WM_UNIT_LAYERLEVEL" val="1"/>
  <p:tag name="KSO_WM_TAG_VERSION" val="3.0"/>
  <p:tag name="KSO_WM_BEAUTIFY_FLAG" val="#wm#"/>
  <p:tag name="KSO_WM_DIAGRAM_GROUP_CODE" val="l1-1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2464_2*l_h_f*1_1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Presentations are communication tools that can be used as demonstrations."/>
  <p:tag name="KSO_WM_UNIT_USESOURCEFORMAT_APPLY" val="0"/>
</p:tagLst>
</file>

<file path=ppt/tags/tag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2464_2*l_h_a*1_1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Your title here"/>
  <p:tag name="KSO_WM_UNIT_USESOURCEFORMAT_APPLY" val="0"/>
</p:tagLst>
</file>

<file path=ppt/tags/tag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2464_2*l_h_i*1_1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PRESET_TEXT" val="01"/>
  <p:tag name="KSO_WM_UNIT_SHADOW_SCHEMECOLOR_INDEX" val="5"/>
  <p:tag name="KSO_WM_UNIT_USESOURCEFORMAT_APPLY" val="0"/>
</p:tagLst>
</file>

<file path=ppt/tags/tag1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2464_2*l_h_f*1_2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Presentations are communication tools that can be used as demonstrations."/>
  <p:tag name="KSO_WM_UNIT_USESOURCEFORMAT_APPLY" val="0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2464_2*l_h_a*1_2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Your title here"/>
  <p:tag name="KSO_WM_UNIT_USESOURCEFORMAT_APPLY" val="0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2464_2*l_h_i*1_2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PRESET_TEXT" val="02"/>
  <p:tag name="KSO_WM_UNIT_SHADOW_SCHEMECOLOR_INDEX" val="5"/>
  <p:tag name="KSO_WM_UNIT_USESOURCEFORMAT_APPLY" val="0"/>
</p:tagLst>
</file>

<file path=ppt/tags/tag1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2464_2*l_h_f*1_3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Presentations are communication tools that can be used as demonstrations."/>
  <p:tag name="KSO_WM_UNIT_USESOURCEFORMAT_APPLY" val="0"/>
</p:tagLst>
</file>

<file path=ppt/tags/tag1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2464_2*l_h_a*1_3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Your title here"/>
  <p:tag name="KSO_WM_UNIT_USESOURCEFORMAT_APPLY" val="0"/>
</p:tagLst>
</file>

<file path=ppt/tags/tag1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2464_2*l_h_i*1_3_1"/>
  <p:tag name="KSO_WM_TEMPLATE_CATEGORY" val="diagram"/>
  <p:tag name="KSO_WM_TEMPLATE_INDEX" val="20232464"/>
  <p:tag name="KSO_WM_UNIT_LAYERLEVEL" val="1_1_1"/>
  <p:tag name="KSO_WM_TAG_VERSION" val="3.0"/>
  <p:tag name="KSO_WM_BEAUTIFY_FLAG" val="#wm#"/>
  <p:tag name="KSO_WM_DIAGRAM_MAX_ITEMCNT" val="5"/>
  <p:tag name="KSO_WM_DIAGRAM_MIN_ITEMCNT" val="2"/>
  <p:tag name="KSO_WM_DIAGRAM_VIRTUALLY_FRAME" val="{&quot;height&quot;:365.6000061035156,&quot;left&quot;:56.706174998846606,&quot;top&quot;:134.3020441923366,&quot;width&quot;:413.95001220703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PRESET_TEXT" val="03"/>
  <p:tag name="KSO_WM_UNIT_SHADOW_SCHEMECOLOR_INDEX" val="5"/>
  <p:tag name="KSO_WM_UNIT_USESOURCEFORMAT_APPLY" val="0"/>
</p:tagLst>
</file>

<file path=ppt/tags/tag16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3.95*360.315"/>
  <p:tag name="KSO_WM_SLIDE_POSITION" val="56.7199*138.975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2463"/>
  <p:tag name="KSO_WM_TEMPLATE_SUBCATEGORY" val="0"/>
  <p:tag name="KSO_WM_SLIDE_INDEX" val="1"/>
  <p:tag name="KSO_WM_TAG_VERSION" val="3.0"/>
  <p:tag name="KSO_WM_SLIDE_ID" val="custom20232463_1"/>
  <p:tag name="KSO_WM_SLIDE_ITEM_CNT" val="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3805</Words>
  <Application>WPS Presentation</Application>
  <PresentationFormat>On-screen Show (4:3)</PresentationFormat>
  <Paragraphs>133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Arial</vt:lpstr>
      <vt:lpstr>Aptos Display</vt:lpstr>
      <vt:lpstr>Segoe UI Variable Display</vt:lpstr>
      <vt:lpstr>Aptos</vt:lpstr>
      <vt:lpstr>Calibri</vt:lpstr>
      <vt:lpstr>Segoe UI</vt:lpstr>
      <vt:lpstr>Microsoft YaHei</vt:lpstr>
      <vt:lpstr>Arial Unicode MS</vt:lpstr>
      <vt:lpstr>Office Theme</vt:lpstr>
      <vt:lpstr>Your title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Alamgeer</cp:lastModifiedBy>
  <cp:revision>2</cp:revision>
  <dcterms:created xsi:type="dcterms:W3CDTF">2013-01-27T09:14:00Z</dcterms:created>
  <dcterms:modified xsi:type="dcterms:W3CDTF">2026-10-27T15:35:21Z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635202BCDFC44797977053C8EA23A3E8_12</vt:lpwstr>
  </property>
  <property fmtid="{D5CDD505-2E9C-101B-9397-08002B2CF9AE}" pid="3" name="KSOProductBuildVer">
    <vt:lpwstr>1033-12.1.0.28099</vt:lpwstr>
  </property>
</Properties>
</file>