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ATMOS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Color &amp; Weather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Deep Learning Semester Project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Browser-based image analysis with TensorFlow.js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Why this project?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Visual scenes contain multiple useful cues: color, illumination and sky appearance.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A single interface can present these cues from a photo or camera frame.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The project is an educational visual analyzer, not a certified weather forecast.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What the system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Accept an uploaded photo or live camera stream.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Run a trained model locally in the browser.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Predict color, brightness, temperature-tone and weather categories.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Show a responsive dashboard with confidence-style outputs and color bars.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Dataset &amp;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Output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Colors: 11 labels — red, orange, yellow, green, cyan, blue, purple, pink, black, white, gray.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Brightness: dark, medium, bright.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Temperature tone: cool, neutral, warm.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Weather: cloudy, foggy, other, rainy, shine, sunrise.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Dataset URL and sample counts must be filled from the exact training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Multi-output MobileNetV2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Input tensor: 224 × 224 × 3.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MobileNetV2 feature extractor.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Shared dense layer: 256 units, ReLU.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Four softmax heads: 11 color, 3 brightness, 3 temperature, 6 weather outputs.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TensorFlow.js model JSON + three weight shards.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From camera to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1. Select photo or enable camera.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2. Resize and normalize the frame.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3. Run TensorFlow.js inference in browser.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4. Display prediction vectors and color composition.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5. Apply simple pixel cues for night/sky-related 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Tools and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HTML, CSS and JavaScript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TensorFlow.js 4.22.0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MobileNetV2-based LayersModel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Browser camera API: getUserMedia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Vercel static hosting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What is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Model config confirms input and four output dimensions.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Application code includes upload, camera, inference and visual color bars.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No verified held-out accuracy or per-class metrics were included in the supplied files.</a:t>
            </a:r>
          </a:p>
          <a:p>
            <a:pPr>
              <a:spcAft>
                <a:spcPts val="14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t>•  Evaluate on a held-out test set and report real metrics; do not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What to improve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Verify dataset source, license, image counts and split strategy.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Measure metrics separately for each output head.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Validate weather heuristic against varied indoor/outdoor scenes.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Improve accessibility and mobile-browser testing.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Add examples of correct and incorrect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4F7FF"/>
                </a:solidFill>
                <a:latin typeface="Aptos Display"/>
              </a:defRPr>
            </a:pPr>
            <a:r>
              <a:t>Deployment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E1E6"/>
                </a:solidFill>
              </a:defRPr>
            </a:pPr>
            <a:r>
              <a:t>Final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10972800" cy="4251960"/>
          </a:xfrm>
          <a:prstGeom prst="roundRect">
            <a:avLst/>
          </a:prstGeom>
          <a:solidFill>
            <a:srgbClr val="121D31"/>
          </a:solidFill>
          <a:ln>
            <a:solidFill>
              <a:srgbClr val="25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Public GitHub repo with source + model files.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Vercel URL with report, slides and demo links.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Recorded voiceover uploaded as YouTube Public/Unlisted.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LinkedIn post and instructor submission form.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Replace all PENDING URLs before final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8CD"/>
                </a:solidFill>
              </a:defRPr>
            </a:pPr>
            <a:r>
              <a:t>ATMOS AI  •  Deep Learning Semester Project                              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